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3A5A8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822960"/>
            <a:ext cx="3291840" cy="3291840"/>
          </a:xfrm>
          <a:prstGeom prst="ellipse">
            <a:avLst/>
          </a:prstGeom>
          <a:solidFill>
            <a:srgbClr val="F2A93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DSA-3  •  PROBLEM STATEMENT REVIEW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214884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 Inventory</a:t>
            </a:r>
            <a:endParaRPr lang="en-US" sz="5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21792" y="4343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searchable, and always-in-stock — inventory management built with Java, MySQL and advanced data structures.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5349240"/>
            <a:ext cx="7863840" cy="1143000"/>
          </a:xfrm>
          <a:prstGeom prst="roundRect">
            <a:avLst>
              <a:gd name="adj" fmla="val 8000"/>
            </a:avLst>
          </a:prstGeom>
          <a:solidFill>
            <a:srgbClr val="1F2E4E"/>
          </a:solidFill>
          <a:ln/>
          <a:effectLst>
            <a:outerShdw sx="100000" sy="100000" kx="0" ky="0" algn="bl" rotWithShape="0" blurRad="101600" dist="38100" dir="5400000">
              <a:srgbClr val="0B122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5468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574243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Abhishiktha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9F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2520030185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0" y="574243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Mokshitha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9F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2520030396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247120" y="63550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9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DSA-3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67512" y="1298448"/>
            <a:ext cx="822960" cy="82296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920240"/>
            <a:ext cx="731520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22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240280"/>
            <a:ext cx="6675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2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 hold thousands of products, and staff need to find them fast. This project builds a smart inventory system that locates products instantly, flags low stock, and pulls up supplier details in seconds — powered by classic and advanced algorithms.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75320" y="1920240"/>
            <a:ext cx="3246120" cy="1188720"/>
          </a:xfrm>
          <a:prstGeom prst="roundRect">
            <a:avLst>
              <a:gd name="adj" fmla="val 7692"/>
            </a:avLst>
          </a:prstGeom>
          <a:solidFill>
            <a:srgbClr val="16233F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20299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503920" y="2606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products tracked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75320" y="3337560"/>
            <a:ext cx="3246120" cy="1188720"/>
          </a:xfrm>
          <a:prstGeom prst="roundRect">
            <a:avLst>
              <a:gd name="adj" fmla="val 7692"/>
            </a:avLst>
          </a:prstGeom>
          <a:solidFill>
            <a:srgbClr val="16233F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34472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503920" y="4023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workflows: search, stock, suppliers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75320" y="4754880"/>
            <a:ext cx="3246120" cy="1188720"/>
          </a:xfrm>
          <a:prstGeom prst="roundRect">
            <a:avLst>
              <a:gd name="adj" fmla="val 7692"/>
            </a:avLst>
          </a:prstGeom>
          <a:solidFill>
            <a:srgbClr val="16233F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8646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503920" y="5440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modules applied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67512" y="1298448"/>
            <a:ext cx="822960" cy="82296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965960"/>
            <a:ext cx="685800" cy="6858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08760" y="194767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manual search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08760" y="231343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waste time hunting for products across huge, unindexed stock lists.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685800" cy="6858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83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08760" y="33649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Low-stock surprises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08760" y="373075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run out before anyone notices, delaying orders and fulfilment.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685800" cy="6858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00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08760" y="47823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supplier info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08760" y="514807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Reordering is slow because supplier details aren't linked to products.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452360" y="1965960"/>
            <a:ext cx="4160520" cy="4251960"/>
          </a:xfrm>
          <a:prstGeom prst="roundRect">
            <a:avLst>
              <a:gd name="adj" fmla="val 2637"/>
            </a:avLst>
          </a:prstGeom>
          <a:solidFill>
            <a:srgbClr val="F4F6F9"/>
          </a:solidFill>
          <a:ln w="12700">
            <a:solidFill>
              <a:srgbClr val="3A5A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2240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ISSUE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0" y="265176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warehouses scale, keeping track of what's in stock, what's running low, and who supplies it becomes too complex for spreadsheets and manual checks to handle reliably.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Functionalities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67512" y="1097280"/>
            <a:ext cx="822960" cy="731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81328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1F2E4E"/>
          </a:solidFill>
          <a:ln/>
          <a:effectLst>
            <a:outerShdw sx="100000" sy="100000" kx="0" ky="0" algn="bl" rotWithShape="0" blurRad="101600" dist="38100" dir="5400000">
              <a:srgbClr val="0B122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60934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TextHack as a System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983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System Dashboard &amp; Integration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81328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1F2E4E"/>
          </a:solidFill>
          <a:ln/>
          <a:effectLst>
            <a:outerShdw sx="100000" sy="100000" kx="0" ky="0" algn="bl" rotWithShape="0" blurRad="101600" dist="38100" dir="5400000">
              <a:srgbClr val="0B122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6459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40880" y="160934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Algorithms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46520" y="2103120"/>
            <a:ext cx="4983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Product Search &amp; Lookup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Supplier Information Retrieval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163824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1F2E4E"/>
          </a:solidFill>
          <a:ln/>
          <a:effectLst>
            <a:outerShdw sx="100000" sy="100000" kx="0" ky="0" algn="bl" rotWithShape="0" blurRad="101600" dist="38100" dir="5400000">
              <a:srgbClr val="0B122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32841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3291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Dynamic Programming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3785616"/>
            <a:ext cx="4983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Low-Stock Alerts &amp; Reorder Optimization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Category-wise Organization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3163824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1F2E4E"/>
          </a:solidFill>
          <a:ln/>
          <a:effectLst>
            <a:outerShdw sx="100000" sy="100000" kx="0" ky="0" algn="bl" rotWithShape="0" blurRad="101600" dist="38100" dir="5400000">
              <a:srgbClr val="0B122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32841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040880" y="3291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4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Flow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46520" y="3785616"/>
            <a:ext cx="4983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Optimal Stock Distribution / Supplier Allocation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846320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1F2E4E"/>
          </a:solidFill>
          <a:ln/>
          <a:effectLst>
            <a:outerShdw sx="100000" sy="100000" kx="0" ky="0" algn="bl" rotWithShape="0" blurRad="101600" dist="38100" dir="5400000">
              <a:srgbClr val="0B122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501091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417320" y="49743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5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NP-Completeness &amp; Approximation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2960" y="5468112"/>
            <a:ext cx="4983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Reports Generation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63640" y="4846320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1F2E4E"/>
          </a:solidFill>
          <a:ln/>
          <a:effectLst>
            <a:outerShdw sx="100000" sy="100000" kx="0" ky="0" algn="bl" rotWithShape="0" blurRad="101600" dist="38100" dir="5400000">
              <a:srgbClr val="0B122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501091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040880" y="49743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6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Randomised &amp; Parallel Algorithms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446520" y="5468112"/>
            <a:ext cx="4983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Add/Update/Delete Products &amp; Inventory Tracking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User Authentication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67512" y="1170432"/>
            <a:ext cx="822960" cy="731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36192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22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27632"/>
            <a:ext cx="594360" cy="59436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276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16642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91640" y="199339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22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747772"/>
            <a:ext cx="594360" cy="59436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7477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25786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/ DSA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91640" y="2907792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KMP, Rabin-Karp, Dynamic Programming, Max-Flow/Min-Cut, Hashing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776472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22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867912"/>
            <a:ext cx="594360" cy="59436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679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9164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91640" y="423367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" y="4690872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22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782312"/>
            <a:ext cx="594360" cy="59436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782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&lt;/&gt;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91640" y="48188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91640" y="514807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40080" y="5605272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22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5696712"/>
            <a:ext cx="594360" cy="59436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6967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91640" y="57332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91640" y="606247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5120640"/>
            <a:ext cx="4572000" cy="4572000"/>
          </a:xfrm>
          <a:prstGeom prst="ellipse">
            <a:avLst/>
          </a:prstGeom>
          <a:solidFill>
            <a:srgbClr val="3A5A80">
              <a:alpha val="3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67512" y="1097280"/>
            <a:ext cx="822960" cy="731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81328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1F2E4E"/>
          </a:solidFill>
          <a:ln/>
          <a:effectLst>
            <a:outerShdw sx="100000" sy="100000" kx="0" ky="0" algn="bl" rotWithShape="0" blurRad="101600" dist="38100" dir="5400000">
              <a:srgbClr val="0B122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16276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TextHack as a System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4983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dashboard integrating all warehouse operations into one system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481328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1F2E4E"/>
          </a:solidFill>
          <a:ln/>
          <a:effectLst>
            <a:outerShdw sx="100000" sy="100000" kx="0" ky="0" algn="bl" rotWithShape="0" blurRad="101600" dist="38100" dir="5400000">
              <a:srgbClr val="0B122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16459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40880" y="16276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String Algorithms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46520" y="2103120"/>
            <a:ext cx="4983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accurate product and supplier search even with partial or misspelled input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163824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1F2E4E"/>
          </a:solidFill>
          <a:ln/>
          <a:effectLst>
            <a:outerShdw sx="100000" sy="100000" kx="0" ky="0" algn="bl" rotWithShape="0" blurRad="101600" dist="38100" dir="5400000">
              <a:srgbClr val="0B122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332841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17320" y="33101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Advanced DP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3785616"/>
            <a:ext cx="4983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stock reordering and organized category-tree structure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3163824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1F2E4E"/>
          </a:solidFill>
          <a:ln/>
          <a:effectLst>
            <a:outerShdw sx="100000" sy="100000" kx="0" ky="0" algn="bl" rotWithShape="0" blurRad="101600" dist="38100" dir="5400000">
              <a:srgbClr val="0B122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332841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040880" y="33101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Network Flow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46520" y="3785616"/>
            <a:ext cx="4983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allocation of stock from suppliers to warehouses with minimal wastage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4846320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1F2E4E"/>
          </a:solidFill>
          <a:ln/>
          <a:effectLst>
            <a:outerShdw sx="100000" sy="100000" kx="0" ky="0" algn="bl" rotWithShape="0" blurRad="101600" dist="38100" dir="5400000">
              <a:srgbClr val="0B122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" y="501091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417320" y="49926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NP-Completeness &amp; Approx.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" y="5468112"/>
            <a:ext cx="4983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Quick, near-optimal reports even on large inventories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63640" y="4846320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1F2E4E"/>
          </a:solidFill>
          <a:ln/>
          <a:effectLst>
            <a:outerShdw sx="100000" sy="100000" kx="0" ky="0" algn="bl" rotWithShape="0" blurRad="101600" dist="38100" dir="5400000">
              <a:srgbClr val="0B122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46520" y="501091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040880" y="49926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Randomised &amp; Parallel Algorithms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46520" y="5468112"/>
            <a:ext cx="4983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and fast product record access &amp; updates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2026-08-03T23:53:31Z</dcterms:created>
  <dcterms:modified xsi:type="dcterms:W3CDTF">2026-08-03T23:53:31Z</dcterms:modified>
</cp:coreProperties>
</file>